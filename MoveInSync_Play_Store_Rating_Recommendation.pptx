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89a681b5-3dfd-2eab-a0b4-f64a4df284f3}">
          <p14:sldIdLst>
            <p14:sldId id="256"/>
            <p14:sldId id="257"/>
            <p14:sldId id="258"/>
          </p14:sldIdLst>
        </p14:section>
        <p14:section name="Diagnosis" id="{079f3a41-72d4-dfbf-54b7-7f16b351e956}">
          <p14:sldIdLst>
            <p14:sldId id="259"/>
            <p14:sldId id="260"/>
            <p14:sldId id="261"/>
          </p14:sldIdLst>
        </p14:section>
        <p14:section name="Plan" id="{55ec9654-05ab-89c4-877c-2520441e07da}">
          <p14:sldIdLst>
            <p14:sldId id="262"/>
            <p14:sldId id="263"/>
            <p14:sldId id="264"/>
          </p14:sldIdLst>
        </p14:section>
        <p14:section name="Close" id="{58d347e8-cdb7-e141-13b7-06ce840020a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MoveInSync</c:v>
                  </c:pt>
                  <c:pt idx="1">
                    <c:v>Routematic</c:v>
                  </c:pt>
                  <c:pt idx="2">
                    <c:v>sRide</c:v>
                  </c:pt>
                  <c:pt idx="3">
                    <c:v>eFmFm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4.32</c:v>
                </c:pt>
                <c:pt idx="1">
                  <c:v>3.8</c:v>
                </c:pt>
                <c:pt idx="2">
                  <c:v>3.7</c:v>
                </c:pt>
                <c:pt idx="3">
                  <c:v>3.5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5★</c:v>
                  </c:pt>
                  <c:pt idx="1">
                    <c:v>4★</c:v>
                  </c:pt>
                  <c:pt idx="2">
                    <c:v>3★</c:v>
                  </c:pt>
                  <c:pt idx="3">
                    <c:v>2★</c:v>
                  </c:pt>
                  <c:pt idx="4">
                    <c:v>1★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71.8</c:v>
                </c:pt>
                <c:pt idx="1">
                  <c:v>13.1</c:v>
                </c:pt>
                <c:pt idx="2">
                  <c:v>1.9</c:v>
                </c:pt>
                <c:pt idx="3">
                  <c:v>0.8</c:v>
                </c:pt>
                <c:pt idx="4">
                  <c:v>12.3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No Show and boarding friction</c:v>
                  </c:pt>
                  <c:pt idx="1">
                    <c:v>Login / OTP failures</c:v>
                  </c:pt>
                  <c:pt idx="2">
                    <c:v>Crashes and bugs</c:v>
                  </c:pt>
                  <c:pt idx="3">
                    <c:v>Ops and service, outside the app</c:v>
                  </c:pt>
                  <c:pt idx="4">
                    <c:v>Booking and notification clarity</c:v>
                  </c:pt>
                  <c:pt idx="5">
                    <c:v>Tracking accuracy and freshness</c:v>
                  </c:pt>
                  <c:pt idx="6">
                    <c:v>Permissions and ads</c:v>
                  </c:pt>
                  <c:pt idx="7">
                    <c:v>No offline trip state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6B778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Halve 1★, they give 4★</c:v>
                  </c:pt>
                  <c:pt idx="2">
                    <c:v>Halve 1★, they give 5★</c:v>
                  </c:pt>
                  <c:pt idx="3">
                    <c:v>All 1★ give 4★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4.31</c:v>
                </c:pt>
                <c:pt idx="1">
                  <c:v>4.5</c:v>
                </c:pt>
                <c:pt idx="2">
                  <c:v>4.56</c:v>
                </c:pt>
                <c:pt idx="3">
                  <c:v>4.68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8"/>
          <c:min val="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figures are from AppBrain's snapshot of the Google Play listing on 10 Oct 2026. Google Play itself disallows automated access, so no direct scrape was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figures are Android ratings from AppBrain pages and may be a few weeks old. The 4.6 recovery claim is MoveInSync's own blog.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 reviews per theme: No Show 7 (A03, A07, A09, I04, I08, I09, I10); reliability or login 6; ops 6; booking 4; tracking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Reply desk: Play caps developer replies at 350 characters. Google's Play Console documentation says replying to a negative review can lift that rating by 0.7 on average (as quoted by Appbot). Rating prompt: use Google's In-App Review API after a completed trip, and do not ask an opinion question first (check current Play guidance).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tracker's live mode could not be run from the build sandbox because it has no route to Google Play. Its report generator was tested on synthetic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Play Store rating is 4.3, and what to fix first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7432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MoveInSync employee app (com.moveinsync.ets): rating-improvement recommendation for Product and Engineering</a:t>
            </a:r>
            <a:endParaRPr lang="en-US" sz="1800" dirty="0"/>
          </a:p>
        </p:txBody>
      </p:sp>
      <p:sp>
        <p:nvSpPr>
          <p:cNvPr id="4" name="Byline"/>
          <p:cNvSpPr txBox="1"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Cahal  |  Forward Deployed Engineer assignment  |  13 Oct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 version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ig stat"/>
          <p:cNvSpPr txBox="1"/>
          <p:nvPr/>
        </p:nvSpPr>
        <p:spPr>
          <a:xfrm>
            <a:off x="45720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4.32</a:t>
            </a:r>
            <a:endParaRPr lang="en-US" sz="6600" dirty="0"/>
          </a:p>
        </p:txBody>
      </p:sp>
      <p:sp>
        <p:nvSpPr>
          <p:cNvPr id="5" name="Stat label"/>
          <p:cNvSpPr txBox="1"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Play rating</a:t>
            </a:r>
            <a:endParaRPr lang="en-US" sz="1600" dirty="0"/>
          </a:p>
        </p:txBody>
      </p:sp>
      <p:sp>
        <p:nvSpPr>
          <p:cNvPr id="6" name="Stat detail"/>
          <p:cNvSpPr txBox="1"/>
          <p:nvPr/>
        </p:nvSpPr>
        <p:spPr>
          <a:xfrm>
            <a:off x="457200" y="3063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114,607 ratings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3.2M installs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snapshot 10 Oct 2026</a:t>
            </a:r>
            <a:endParaRPr lang="en-US" sz="1400" dirty="0"/>
          </a:p>
        </p:txBody>
      </p:sp>
      <p:sp>
        <p:nvSpPr>
          <p:cNvPr id="7" name="Badge 1"/>
          <p:cNvSpPr/>
          <p:nvPr/>
        </p:nvSpPr>
        <p:spPr>
          <a:xfrm>
            <a:off x="356616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text 1"/>
          <p:cNvSpPr txBox="1"/>
          <p:nvPr/>
        </p:nvSpPr>
        <p:spPr>
          <a:xfrm>
            <a:off x="35661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Point 1"/>
          <p:cNvSpPr txBox="1"/>
          <p:nvPr/>
        </p:nvSpPr>
        <p:spPr>
          <a:xfrm>
            <a:off x="4206240" y="1188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rating is polarised, not broadly bad.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71.8% give five stars, 12.3% give one, and almost nobody sits in between.</a:t>
            </a:r>
            <a:endParaRPr lang="en-US" sz="1800" dirty="0"/>
          </a:p>
        </p:txBody>
      </p:sp>
      <p:sp>
        <p:nvSpPr>
          <p:cNvPr id="10" name="Badge 2"/>
          <p:cNvSpPr/>
          <p:nvPr/>
        </p:nvSpPr>
        <p:spPr>
          <a:xfrm>
            <a:off x="356616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text 2"/>
          <p:cNvSpPr txBox="1"/>
          <p:nvPr/>
        </p:nvSpPr>
        <p:spPr>
          <a:xfrm>
            <a:off x="35661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oint 2"/>
          <p:cNvSpPr txBox="1"/>
          <p:nvPr/>
        </p:nvSpPr>
        <p:spPr>
          <a:xfrm>
            <a:off x="4206240" y="2331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1-star group is stuck at key moments.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Login, boarding, No Show rules and booking confirmation, plus service failures the app takes the blame for.</a:t>
            </a:r>
            <a:endParaRPr lang="en-US" sz="1800" dirty="0"/>
          </a:p>
        </p:txBody>
      </p:sp>
      <p:sp>
        <p:nvSpPr>
          <p:cNvPr id="13" name="Badge 3"/>
          <p:cNvSpPr/>
          <p:nvPr/>
        </p:nvSpPr>
        <p:spPr>
          <a:xfrm>
            <a:off x="356616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 text 3"/>
          <p:cNvSpPr txBox="1"/>
          <p:nvPr/>
        </p:nvSpPr>
        <p:spPr>
          <a:xfrm>
            <a:off x="35661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Point 3"/>
          <p:cNvSpPr txBox="1"/>
          <p:nvPr/>
        </p:nvSpPr>
        <p:spPr>
          <a:xfrm>
            <a:off x="4206240" y="3474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 first: reply desk, release guardrails, OTP fix.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Then redesign No Show and boarding, then give service issues an in-app route.</a:t>
            </a:r>
            <a:endParaRPr lang="en-US" sz="1800" dirty="0"/>
          </a:p>
        </p:txBody>
      </p:sp>
      <p:sp>
        <p:nvSpPr>
          <p:cNvPr id="16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AppBrain listing snapshot for com.moveinsync.ets, 10 Oct 2026 (star counts rounded by AppBrain)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in category, below our own best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Employee-commute apps on Google Play, average rating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enchmark notes"/>
          <p:cNvSpPr txBox="1"/>
          <p:nvPr/>
        </p:nvSpPr>
        <p:spPr>
          <a:xfrm>
            <a:off x="4937760" y="137160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 have been here before.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Our own blog says the rating fell 0.3 as offices reopened in 2022 and recovered to 4.6 through personalised review replies and a better feedback loop.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 drift down again.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AppBrain shows 4.36 in July and 4.32 on 10 Oct. Direction only; both figures are rounded.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iOS is 4.7, on 469 ratings.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That is 0.4% of Android's volume. Android is where the score is won.</a:t>
            </a:r>
            <a:endParaRPr lang="en-US" sz="1600" dirty="0"/>
          </a:p>
        </p:txBody>
      </p:sp>
      <p:sp>
        <p:nvSpPr>
          <p:cNvPr id="6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Sources: AppBrain (Android ratings, 10 Oct 2026); moveinsync.com rating-playbook blog; AppBrain iOS listing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angry 12% drags us to 4.3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Share of Google Play ratings by star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1"/>
          <p:cNvSpPr txBox="1"/>
          <p:nvPr/>
        </p:nvSpPr>
        <p:spPr>
          <a:xfrm>
            <a:off x="539496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14K</a:t>
            </a:r>
            <a:endParaRPr lang="en-US" sz="3600" dirty="0"/>
          </a:p>
        </p:txBody>
      </p:sp>
      <p:sp>
        <p:nvSpPr>
          <p:cNvPr id="6" name="Stat label 1"/>
          <p:cNvSpPr txBox="1"/>
          <p:nvPr/>
        </p:nvSpPr>
        <p:spPr>
          <a:xfrm>
            <a:off x="681228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one-star ratings</a:t>
            </a:r>
            <a:endParaRPr lang="en-US" sz="1400" dirty="0"/>
          </a:p>
        </p:txBody>
      </p:sp>
      <p:sp>
        <p:nvSpPr>
          <p:cNvPr id="7" name="Stat 2"/>
          <p:cNvSpPr txBox="1"/>
          <p:nvPr/>
        </p:nvSpPr>
        <p:spPr>
          <a:xfrm>
            <a:off x="539496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681228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the middle (2 and 3 stars)</a:t>
            </a:r>
            <a:endParaRPr lang="en-US" sz="1400" dirty="0"/>
          </a:p>
        </p:txBody>
      </p:sp>
      <p:sp>
        <p:nvSpPr>
          <p:cNvPr id="9" name="Stat 3"/>
          <p:cNvSpPr txBox="1"/>
          <p:nvPr/>
        </p:nvSpPr>
        <p:spPr>
          <a:xfrm>
            <a:off x="5394960" y="3566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~42K</a:t>
            </a:r>
            <a:endParaRPr lang="en-US" sz="3600" dirty="0"/>
          </a:p>
        </p:txBody>
      </p:sp>
      <p:sp>
        <p:nvSpPr>
          <p:cNvPr id="10" name="Stat label 3"/>
          <p:cNvSpPr txBox="1"/>
          <p:nvPr/>
        </p:nvSpPr>
        <p:spPr>
          <a:xfrm>
            <a:off x="6812280" y="3566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five-star ratings needed to reach 4.5 without fixing anything</a:t>
            </a:r>
            <a:endParaRPr lang="en-US" sz="14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AppBrain star histogram, 10 Oct 2026. Counts rounded (82K / 15K / 2.2K / 960 / 14K); mean recomputes to 4.31 vs 4.32 shown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1-star reviews are about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Negative reviews by theme (25 reviews, a review can carry several themes)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heme notes"/>
          <p:cNvSpPr txBox="1"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this as direction, not percentages.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10 Play and 15 App Store reviews, mostly Jul to Oct 2026, tagged by hand.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Show leads.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Reliability (crashes, login, OTP) is next at 6, tied with ops complaints.</a:t>
            </a:r>
            <a:endParaRPr lang="en-US" sz="1600" dirty="0"/>
          </a:p>
        </p:txBody>
      </p:sp>
      <p:sp>
        <p:nvSpPr>
          <p:cNvPr id="6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data/review_sample.csv in the repo (Play reviews via AppBrain and listing snippets; App Store via mwm.ai, appshunter)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root causes, in users' words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188720"/>
            <a:ext cx="406908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text 1"/>
          <p:cNvSpPr txBox="1"/>
          <p:nvPr/>
        </p:nvSpPr>
        <p:spPr>
          <a:xfrm>
            <a:off x="640080" y="1298448"/>
            <a:ext cx="3703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Rules feel punitive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Missed check-in becomes a surprise No Show. Users ask to declare it themselves, get a reminder, and see the rule before they cancel.</a:t>
            </a:r>
            <a:endParaRPr lang="en-US" sz="1800" dirty="0"/>
          </a:p>
        </p:txBody>
      </p:sp>
      <p:sp>
        <p:nvSpPr>
          <p:cNvPr id="5" name="Card 2"/>
          <p:cNvSpPr/>
          <p:nvPr/>
        </p:nvSpPr>
        <p:spPr>
          <a:xfrm>
            <a:off x="4617720" y="1188720"/>
            <a:ext cx="406908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text 2"/>
          <p:cNvSpPr txBox="1"/>
          <p:nvPr/>
        </p:nvSpPr>
        <p:spPr>
          <a:xfrm>
            <a:off x="4800600" y="1298448"/>
            <a:ext cx="3703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Reliability around updates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OTP never arrives. Launch crash after an iOS update. Crash every few weeks.</a:t>
            </a:r>
            <a:endParaRPr lang="en-US" sz="1800" dirty="0"/>
          </a:p>
        </p:txBody>
      </p:sp>
      <p:sp>
        <p:nvSpPr>
          <p:cNvPr id="7" name="Card 3"/>
          <p:cNvSpPr/>
          <p:nvPr/>
        </p:nvSpPr>
        <p:spPr>
          <a:xfrm>
            <a:off x="457200" y="2971800"/>
            <a:ext cx="406908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text 3"/>
          <p:cNvSpPr txBox="1"/>
          <p:nvPr/>
        </p:nvSpPr>
        <p:spPr>
          <a:xfrm>
            <a:off x="640080" y="3081528"/>
            <a:ext cx="3703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Booking got less clear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Shuttle booking became two steps. A 'not booked' push arrives after booking. Pickup cannot be edited. Users see every cab, not their own.</a:t>
            </a:r>
            <a:endParaRPr lang="en-US" sz="1800" dirty="0"/>
          </a:p>
        </p:txBody>
      </p:sp>
      <p:sp>
        <p:nvSpPr>
          <p:cNvPr id="9" name="Card 4"/>
          <p:cNvSpPr/>
          <p:nvPr/>
        </p:nvSpPr>
        <p:spPr>
          <a:xfrm>
            <a:off x="4617720" y="2971800"/>
            <a:ext cx="406908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text 4"/>
          <p:cNvSpPr txBox="1"/>
          <p:nvPr/>
        </p:nvSpPr>
        <p:spPr>
          <a:xfrm>
            <a:off x="4800600" y="3081528"/>
            <a:ext cx="3703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Service failures hit the app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Last drop-off every day, rain delays, crowded cabs, ignored complaints. With no in-app route, the store is the complaint box.</a:t>
            </a:r>
            <a:endParaRPr lang="en-US" sz="18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Evidence: review sample; MoveInSync Help Center driver-app notes 6.4.0 and 6.5.0 (premature No Show tags; OTP hidden by seat-belt step)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first, then redesign</a:t>
            </a:r>
            <a:endParaRPr lang="en-US" sz="3200" dirty="0"/>
          </a:p>
        </p:txBody>
      </p:sp>
      <p:sp>
        <p:nvSpPr>
          <p:cNvPr id="3" name="Head 1"/>
          <p:cNvSpPr/>
          <p:nvPr/>
        </p:nvSpPr>
        <p:spPr>
          <a:xfrm>
            <a:off x="457200" y="1143000"/>
            <a:ext cx="2615184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Head text 1"/>
          <p:cNvSpPr txBox="1"/>
          <p:nvPr/>
        </p:nvSpPr>
        <p:spPr>
          <a:xfrm>
            <a:off x="457200" y="1143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This week</a:t>
            </a:r>
            <a:endParaRPr lang="en-US" sz="1600" dirty="0"/>
          </a:p>
        </p:txBody>
      </p:sp>
      <p:sp>
        <p:nvSpPr>
          <p:cNvPr id="5" name="Body 1"/>
          <p:cNvSpPr/>
          <p:nvPr/>
        </p:nvSpPr>
        <p:spPr>
          <a:xfrm>
            <a:off x="457200" y="1600200"/>
            <a:ext cx="2615184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st 1"/>
          <p:cNvSpPr txBox="1"/>
          <p:nvPr/>
        </p:nvSpPr>
        <p:spPr>
          <a:xfrm>
            <a:off x="594360" y="173736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Reply to every 1 and 2-star review within 48 hours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Staged rollouts that halt on crash or 1-star spikes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 OTP delivery: autofill, timer, email fallback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the ads and microphone claims</a:t>
            </a:r>
            <a:endParaRPr lang="en-US" sz="1400" dirty="0"/>
          </a:p>
        </p:txBody>
      </p:sp>
      <p:sp>
        <p:nvSpPr>
          <p:cNvPr id="7" name="Head 2"/>
          <p:cNvSpPr/>
          <p:nvPr/>
        </p:nvSpPr>
        <p:spPr>
          <a:xfrm>
            <a:off x="3264408" y="1143000"/>
            <a:ext cx="2615184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Head text 2"/>
          <p:cNvSpPr txBox="1"/>
          <p:nvPr/>
        </p:nvSpPr>
        <p:spPr>
          <a:xfrm>
            <a:off x="3264408" y="1143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30 days</a:t>
            </a:r>
            <a:endParaRPr lang="en-US" sz="1600" dirty="0"/>
          </a:p>
        </p:txBody>
      </p:sp>
      <p:sp>
        <p:nvSpPr>
          <p:cNvPr id="9" name="Body 2"/>
          <p:cNvSpPr/>
          <p:nvPr/>
        </p:nvSpPr>
        <p:spPr>
          <a:xfrm>
            <a:off x="3264408" y="1600200"/>
            <a:ext cx="2615184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st 2"/>
          <p:cNvSpPr txBox="1"/>
          <p:nvPr/>
        </p:nvSpPr>
        <p:spPr>
          <a:xfrm>
            <a:off x="3401568" y="173736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Show redesign: self-declare, persistent boarding confirm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OTP never hidden by seat-belt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booked state, editable pickup, only my trip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Cache next trip for offline</a:t>
            </a:r>
            <a:endParaRPr lang="en-US" sz="1400" dirty="0"/>
          </a:p>
        </p:txBody>
      </p:sp>
      <p:sp>
        <p:nvSpPr>
          <p:cNvPr id="11" name="Head 3"/>
          <p:cNvSpPr/>
          <p:nvPr/>
        </p:nvSpPr>
        <p:spPr>
          <a:xfrm>
            <a:off x="6071616" y="1143000"/>
            <a:ext cx="2615184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Head text 3"/>
          <p:cNvSpPr txBox="1"/>
          <p:nvPr/>
        </p:nvSpPr>
        <p:spPr>
          <a:xfrm>
            <a:off x="6071616" y="1143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90 days</a:t>
            </a:r>
            <a:endParaRPr lang="en-US" sz="1600" dirty="0"/>
          </a:p>
        </p:txBody>
      </p:sp>
      <p:sp>
        <p:nvSpPr>
          <p:cNvPr id="13" name="Body 3"/>
          <p:cNvSpPr/>
          <p:nvPr/>
        </p:nvSpPr>
        <p:spPr>
          <a:xfrm>
            <a:off x="6071616" y="1600200"/>
            <a:ext cx="2615184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st 3"/>
          <p:cNvSpPr txBox="1"/>
          <p:nvPr/>
        </p:nvSpPr>
        <p:spPr>
          <a:xfrm>
            <a:off x="6208776" y="173736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In-app issue report routed to the transport desk, with SLA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Rating prompt after a good trip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Join review themes to trip data by client site</a:t>
            </a:r>
            <a:endParaRPr lang="en-US" sz="1400" dirty="0"/>
          </a:p>
        </p:txBody>
      </p:sp>
      <p:sp>
        <p:nvSpPr>
          <p:cNvPr id="15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Ticket-ready specs with owners and metrics: RECOMMENDATION.md in the repo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fix is worth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Lifetime average if the 1-star group shrinks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gets"/>
          <p:cNvSpPr txBox="1"/>
          <p:nvPr/>
        </p:nvSpPr>
        <p:spPr>
          <a:xfrm>
            <a:off x="5440680" y="13716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1-star share from 12.3% to 6% or less within two quarters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Rolling 30-day average at 4.5 or higher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Reply coverage on 1 and 2 stars at 90% or higher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Google said in 2019 it would weight recent ratings more, so the shown score can move faster than lifetime maths. Confirm in Play Console.</a:t>
            </a:r>
            <a:endParaRPr lang="en-US" sz="1800" dirty="0"/>
          </a:p>
        </p:txBody>
      </p:sp>
      <p:sp>
        <p:nvSpPr>
          <p:cNvPr id="6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Calculation: tracker/analyze_sample.py on the AppBrain histogram. Scenarios are arithmetic, not forecasts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'how are our ratings?' every week</a:t>
            </a:r>
            <a:endParaRPr lang="en-US" sz="3200" dirty="0"/>
          </a:p>
        </p:txBody>
      </p:sp>
      <p:sp>
        <p:nvSpPr>
          <p:cNvPr id="3" name="Flow 1"/>
          <p:cNvSpPr/>
          <p:nvPr/>
        </p:nvSpPr>
        <p:spPr>
          <a:xfrm>
            <a:off x="457200" y="1188720"/>
            <a:ext cx="2432304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text 1"/>
          <p:cNvSpPr txBox="1"/>
          <p:nvPr/>
        </p:nvSpPr>
        <p:spPr>
          <a:xfrm>
            <a:off x="594360" y="12344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Play reviews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last 60 days, newest first</a:t>
            </a:r>
            <a:endParaRPr lang="en-US" sz="1600" dirty="0"/>
          </a:p>
        </p:txBody>
      </p:sp>
      <p:sp>
        <p:nvSpPr>
          <p:cNvPr id="5" name="Arrow 1"/>
          <p:cNvSpPr txBox="1"/>
          <p:nvPr/>
        </p:nvSpPr>
        <p:spPr>
          <a:xfrm>
            <a:off x="2889504" y="14173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Flow 2"/>
          <p:cNvSpPr/>
          <p:nvPr/>
        </p:nvSpPr>
        <p:spPr>
          <a:xfrm>
            <a:off x="3264408" y="1188720"/>
            <a:ext cx="2432304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 text 2"/>
          <p:cNvSpPr txBox="1"/>
          <p:nvPr/>
        </p:nvSpPr>
        <p:spPr>
          <a:xfrm>
            <a:off x="3401568" y="12344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Tracker script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themes, versions, replies</a:t>
            </a:r>
            <a:endParaRPr lang="en-US" sz="1600" dirty="0"/>
          </a:p>
        </p:txBody>
      </p:sp>
      <p:sp>
        <p:nvSpPr>
          <p:cNvPr id="8" name="Arrow 2"/>
          <p:cNvSpPr txBox="1"/>
          <p:nvPr/>
        </p:nvSpPr>
        <p:spPr>
          <a:xfrm>
            <a:off x="5696712" y="14173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Flow 3"/>
          <p:cNvSpPr/>
          <p:nvPr/>
        </p:nvSpPr>
        <p:spPr>
          <a:xfrm>
            <a:off x="6071616" y="1188720"/>
            <a:ext cx="2432304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 text 3"/>
          <p:cNvSpPr txBox="1"/>
          <p:nvPr/>
        </p:nvSpPr>
        <p:spPr>
          <a:xfrm>
            <a:off x="6208776" y="12344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Monday report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Markdown in the repo</a:t>
            </a:r>
            <a:endParaRPr lang="en-US" sz="1600" dirty="0"/>
          </a:p>
        </p:txBody>
      </p:sp>
      <p:sp>
        <p:nvSpPr>
          <p:cNvPr id="11" name="Scorecard head"/>
          <p:cNvSpPr txBox="1"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Weekly scorecard</a:t>
            </a:r>
            <a:endParaRPr lang="en-US" sz="1800" dirty="0"/>
          </a:p>
        </p:txBody>
      </p:sp>
      <p:sp>
        <p:nvSpPr>
          <p:cNvPr id="12" name="Scorecard list"/>
          <p:cNvSpPr txBox="1"/>
          <p:nvPr/>
        </p:nvSpPr>
        <p:spPr>
          <a:xfrm>
            <a:off x="457200" y="2880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rating and 1-star share, 30 days vs prior 30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1 and 2-star themes, plus an 'unclassified' bucket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Rating by app version, to catch a bad release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Reply coverage and time</a:t>
            </a:r>
            <a:endParaRPr lang="en-US" sz="1400" dirty="0"/>
          </a:p>
        </p:txBody>
      </p:sp>
      <p:sp>
        <p:nvSpPr>
          <p:cNvPr id="13" name="Leading head"/>
          <p:cNvSpPr txBox="1"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Leading indicators from Product</a:t>
            </a:r>
            <a:endParaRPr lang="en-US" sz="1800" dirty="0"/>
          </a:p>
        </p:txBody>
      </p:sp>
      <p:sp>
        <p:nvSpPr>
          <p:cNvPr id="14" name="Leading list"/>
          <p:cNvSpPr txBox="1"/>
          <p:nvPr/>
        </p:nvSpPr>
        <p:spPr>
          <a:xfrm>
            <a:off x="4754880" y="2880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OTP delivery success rate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Crash-free users by version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Show disputes per 1,000 trips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Complaint tickets closed within SLA</a:t>
            </a:r>
            <a:endParaRPr lang="en-US" sz="1400" dirty="0"/>
          </a:p>
        </p:txBody>
      </p:sp>
      <p:sp>
        <p:nvSpPr>
          <p:cNvPr id="15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Tool: tracker/play_rating_tracker.py with .github/workflows/weekly-rating-report.yml (runs Mondays 09:00 IST)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and limits</a:t>
            </a:r>
            <a:endParaRPr lang="en-US" sz="3200" dirty="0"/>
          </a:p>
        </p:txBody>
      </p:sp>
      <p:sp>
        <p:nvSpPr>
          <p:cNvPr id="3" name="Limits"/>
          <p:cNvSpPr txBox="1"/>
          <p:nvPr/>
        </p:nvSpPr>
        <p:spPr>
          <a:xfrm>
            <a:off x="640080" y="12801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Google Play disallows automated access, so I used AppBrain, mwm.ai, appshunter and Play listing snippets, not a scrape.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Theme counts rest on 25 negative reviews. They show direction, not exact shares.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star histogram is rounded by AppBrain.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iOS reviews are included on the assumption that flows and bugs are shared with Android.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 had no Play Console, crash or trip data. Service-failure share is likely understated.</a:t>
            </a:r>
            <a:endParaRPr lang="en-US" sz="1600" dirty="0"/>
          </a:p>
        </p:txBody>
      </p:sp>
      <p:sp>
        <p:nvSpPr>
          <p:cNvPr id="4" name="Next step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Next step: one hour with Play Console access to swap the sample for the full review export and run the tracker on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veInSync Rating Review">
  <a:themeElements>
    <a:clrScheme name="MoveInSync Rating Review">
      <a:dk1>
        <a:srgbClr val="1B2430"/>
      </a:dk1>
      <a:lt1>
        <a:srgbClr val="FFFFFF"/>
      </a:lt1>
      <a:dk2>
        <a:srgbClr val="2F6F8F"/>
      </a:dk2>
      <a:lt2>
        <a:srgbClr val="EEF2F5"/>
      </a:lt2>
      <a:accent1>
        <a:srgbClr val="D9480F"/>
      </a:accent1>
      <a:accent2>
        <a:srgbClr val="2F6F8F"/>
      </a:accent2>
      <a:accent3>
        <a:srgbClr val="6B7785"/>
      </a:accent3>
      <a:accent4>
        <a:srgbClr val="A9B4BF"/>
      </a:accent4>
      <a:accent5>
        <a:srgbClr val="E8A33D"/>
      </a:accent5>
      <a:accent6>
        <a:srgbClr val="3C8D6A"/>
      </a:accent6>
      <a:hlink>
        <a:srgbClr val="2F6F8F"/>
      </a:hlink>
      <a:folHlink>
        <a:srgbClr val="6B7785"/>
      </a:folHlink>
    </a:clrScheme>
    <a:fontScheme name="MoveInSync Rating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our Play Store rating is 4.3 and what to fix first</dc:title>
  <dc:subject>PptxGenJS Presentation</dc:subject>
  <dc:creator>Cahal</dc:creator>
  <cp:lastModifiedBy>Cahal</cp:lastModifiedBy>
  <cp:revision>1</cp:revision>
  <dcterms:created xsi:type="dcterms:W3CDTF">2026-10-12T23:43:49Z</dcterms:created>
  <dcterms:modified xsi:type="dcterms:W3CDTF">2026-10-12T23:43:49Z</dcterms:modified>
</cp:coreProperties>
</file>